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1653-004B-30AA-742D-7F8288183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B7245-1735-D3A7-8CDB-6C27AED5B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AB0E1-2FF7-FA7A-33A2-91EE1399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69AE6-A9A4-431C-58E5-0B295F73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E9698-67A4-953B-4781-5292589C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7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ACFD-86B0-6E2D-893D-657BCF62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75C4-1E80-F695-64F8-474D6AE72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D3EFA-F4CA-9E3D-3F6B-9FBCD838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9D67-F05B-7FB9-203E-041F3C590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EAAB0-0527-7E48-5730-6AA1380D2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2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D675-FB96-EEAC-6EB6-6B29A41E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D4E85-D6DC-4781-AFCB-D1C1F2D97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D3F91-29F9-291B-0A90-9E84FA80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F8A9-A854-F82F-4E4F-99A41729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50E7-AE3A-79A3-B997-4F3FB09B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20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6570-BF9E-A212-2E54-BAB3C4B0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7BE33-FDFC-8244-468D-187480341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13104-BCF5-247F-14D1-A27DC1A12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4B04D-5FFF-1DEA-A602-A2DAEC761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0E49E-C3EE-5A45-D856-DA700223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FA0F1-E640-2E47-8062-C82192F8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45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1B76-4644-011A-E2BF-4274CA93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75A56-C74F-ABD1-4858-FA46EF7EE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16D3-537E-69E4-0868-6E39730C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5A258-CEA1-3407-C075-553609E42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004D6-263D-DAFA-13B2-2796FA161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28DAB-349C-88EF-BE12-C4D1FE3F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EC03EF-CDFD-A674-519D-4F07D2767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ADC00-AEC3-5A33-DDFC-9C89204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10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E9F8-716F-2597-F08B-241AA912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1FA13-316D-CB09-FF6C-36EFC7896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5F26-08DA-E69D-9A06-82F8F790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C57DB-BDDF-B68E-A4D8-37301D5E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4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3926D-03F7-BB43-6210-0411EBA8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AB928-7C53-25CC-862E-252B90056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8356A-F5E5-89F0-DB50-CD5135E3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93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41AD-420E-2573-AA80-CB177C77F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8549A-FCC9-3CE4-2D51-F3FEC168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DCF5F-0112-48AA-CE9C-63F1329D9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CBE78-4BB7-D515-1059-89A6A1C6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247C-D3A1-F1DB-4C59-B5C7AEED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923EE-B548-1810-EF4A-5A59C5DB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76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F660-4A89-68E6-A305-F7D26F14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760BF5-6B46-D40C-E65D-6CF1B5D24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938E5-D478-D474-EEFC-85B3E9923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4149E-9D4E-9FE5-2A3D-4AC14042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FF890-6E60-0E77-66AE-5306FC73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6FF81-7331-9B4D-F2CD-FBBF259E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61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7F16-2208-9B9A-9646-870F53EE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BECC5-56E3-9E21-EA9E-2943AA031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CF4E5-A9E2-84C5-C482-EAAB9FCF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723DD-E1B4-EBB6-CE54-006EFCB4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7B36B-942D-EB08-1617-6F911FC9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3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41ACC-853A-B9E0-7243-3E581D794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05C98-0281-06E3-CC3A-9BAF5ADE2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6723D-AFCA-4E29-2E3B-CC12CEE5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864C1-2379-501A-D5A3-A22E104E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AC69A-E43A-14D2-5441-F0C41B91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55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31B15-3F1B-05C4-8E26-8D6CF6E17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4169-2A4F-789F-EE7B-9A1A46BEF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452D7-FA2F-0D5E-C164-734633FA1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23339-2F1B-4B0D-B8BB-5450D1CB5E59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422BA-FEB7-0E43-9692-30059C709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1629F-9879-4505-9B6C-621DB34DE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ADD97-0E44-439F-9A36-5E174BF442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71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CF1B64-9620-6049-B1FE-63FEE90ABA0D}"/>
              </a:ext>
            </a:extLst>
          </p:cNvPr>
          <p:cNvSpPr/>
          <p:nvPr/>
        </p:nvSpPr>
        <p:spPr>
          <a:xfrm>
            <a:off x="955589" y="3458131"/>
            <a:ext cx="10050163" cy="26443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F0BE49-CD45-6EF9-2024-293BC66A7810}"/>
              </a:ext>
            </a:extLst>
          </p:cNvPr>
          <p:cNvSpPr/>
          <p:nvPr/>
        </p:nvSpPr>
        <p:spPr>
          <a:xfrm>
            <a:off x="1416908" y="1054444"/>
            <a:ext cx="2215979" cy="988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BD11A-E82C-C225-F0E7-AFA1CC05AC57}"/>
              </a:ext>
            </a:extLst>
          </p:cNvPr>
          <p:cNvSpPr/>
          <p:nvPr/>
        </p:nvSpPr>
        <p:spPr>
          <a:xfrm>
            <a:off x="3632887" y="1054445"/>
            <a:ext cx="1161535" cy="988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8B5DC7-F74C-85D6-9359-D1A735CAAFB8}"/>
              </a:ext>
            </a:extLst>
          </p:cNvPr>
          <p:cNvSpPr txBox="1"/>
          <p:nvPr/>
        </p:nvSpPr>
        <p:spPr>
          <a:xfrm>
            <a:off x="8048367" y="131114"/>
            <a:ext cx="3978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illustration purposes I assign some random sequences to P5 and P7. The real adaptor sequences are longer.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71806-73B2-4DD9-9C22-A6ED72F230C9}"/>
              </a:ext>
            </a:extLst>
          </p:cNvPr>
          <p:cNvSpPr txBox="1"/>
          <p:nvPr/>
        </p:nvSpPr>
        <p:spPr>
          <a:xfrm>
            <a:off x="508686" y="685112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A86CA-F48A-C85F-99AB-56E384A54542}"/>
              </a:ext>
            </a:extLst>
          </p:cNvPr>
          <p:cNvSpPr/>
          <p:nvPr/>
        </p:nvSpPr>
        <p:spPr>
          <a:xfrm>
            <a:off x="255373" y="1054444"/>
            <a:ext cx="1161535" cy="9885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28C63F-9A3C-3792-1C6D-45CA65CAB981}"/>
              </a:ext>
            </a:extLst>
          </p:cNvPr>
          <p:cNvSpPr txBox="1"/>
          <p:nvPr/>
        </p:nvSpPr>
        <p:spPr>
          <a:xfrm>
            <a:off x="4015946" y="745179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4A33F-8E7B-A9BC-A5FA-0B6C29427004}"/>
              </a:ext>
            </a:extLst>
          </p:cNvPr>
          <p:cNvSpPr txBox="1"/>
          <p:nvPr/>
        </p:nvSpPr>
        <p:spPr>
          <a:xfrm>
            <a:off x="197708" y="11126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GCGCGG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0A632B-CBBE-9904-6ACC-6CF07FFB0346}"/>
              </a:ext>
            </a:extLst>
          </p:cNvPr>
          <p:cNvSpPr txBox="1"/>
          <p:nvPr/>
        </p:nvSpPr>
        <p:spPr>
          <a:xfrm rot="5400000">
            <a:off x="6166706" y="4240769"/>
            <a:ext cx="140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GATCGTAAA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169589-8F08-6A6A-0E92-02F308232B65}"/>
              </a:ext>
            </a:extLst>
          </p:cNvPr>
          <p:cNvSpPr/>
          <p:nvPr/>
        </p:nvSpPr>
        <p:spPr>
          <a:xfrm rot="5400000">
            <a:off x="7030995" y="4541407"/>
            <a:ext cx="733166" cy="115330"/>
          </a:xfrm>
          <a:prstGeom prst="rect">
            <a:avLst/>
          </a:prstGeom>
          <a:solidFill>
            <a:srgbClr val="43682A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B13347-CAC0-E05F-9DBA-E218B73FC7C0}"/>
              </a:ext>
            </a:extLst>
          </p:cNvPr>
          <p:cNvSpPr txBox="1"/>
          <p:nvPr/>
        </p:nvSpPr>
        <p:spPr>
          <a:xfrm rot="5400000">
            <a:off x="7014175" y="4497126"/>
            <a:ext cx="1136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GCATTT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5736DF-E8E2-ECE9-CCC2-5CBA4EAC566A}"/>
              </a:ext>
            </a:extLst>
          </p:cNvPr>
          <p:cNvSpPr txBox="1"/>
          <p:nvPr/>
        </p:nvSpPr>
        <p:spPr>
          <a:xfrm>
            <a:off x="6952735" y="5065195"/>
            <a:ext cx="1886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Compliment to P5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14A8CE-6695-DAF8-5660-E0E4386C274A}"/>
              </a:ext>
            </a:extLst>
          </p:cNvPr>
          <p:cNvSpPr/>
          <p:nvPr/>
        </p:nvSpPr>
        <p:spPr>
          <a:xfrm rot="5400000">
            <a:off x="6246254" y="2805413"/>
            <a:ext cx="1700427" cy="1391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84AACB-4252-E9D3-02BA-FA11CA6A247B}"/>
              </a:ext>
            </a:extLst>
          </p:cNvPr>
          <p:cNvSpPr/>
          <p:nvPr/>
        </p:nvSpPr>
        <p:spPr>
          <a:xfrm rot="5400000">
            <a:off x="6491907" y="4261558"/>
            <a:ext cx="1221990" cy="1493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46DB4-2A8E-B228-D46E-BD5A2A22EAE7}"/>
              </a:ext>
            </a:extLst>
          </p:cNvPr>
          <p:cNvSpPr txBox="1"/>
          <p:nvPr/>
        </p:nvSpPr>
        <p:spPr>
          <a:xfrm rot="5400000">
            <a:off x="6984144" y="-283432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CFF6CC-90F8-60A0-8B1E-439D1B780DE8}"/>
              </a:ext>
            </a:extLst>
          </p:cNvPr>
          <p:cNvSpPr/>
          <p:nvPr/>
        </p:nvSpPr>
        <p:spPr>
          <a:xfrm rot="5400000">
            <a:off x="6682300" y="1521939"/>
            <a:ext cx="833995" cy="15652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25530D-7F0F-969A-4D4A-AF3ACF4E8EB8}"/>
              </a:ext>
            </a:extLst>
          </p:cNvPr>
          <p:cNvSpPr txBox="1"/>
          <p:nvPr/>
        </p:nvSpPr>
        <p:spPr>
          <a:xfrm rot="5400000">
            <a:off x="6093246" y="4513945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229570-51AD-F38D-2133-F1290380951A}"/>
              </a:ext>
            </a:extLst>
          </p:cNvPr>
          <p:cNvSpPr txBox="1"/>
          <p:nvPr/>
        </p:nvSpPr>
        <p:spPr>
          <a:xfrm rot="5400000">
            <a:off x="3740658" y="39290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GCGCGG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F5D4A6-1FCB-ABB2-C7CD-46C4CFE19773}"/>
              </a:ext>
            </a:extLst>
          </p:cNvPr>
          <p:cNvSpPr txBox="1"/>
          <p:nvPr/>
        </p:nvSpPr>
        <p:spPr>
          <a:xfrm>
            <a:off x="3513438" y="1169857"/>
            <a:ext cx="140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GATCGTAAA</a:t>
            </a:r>
          </a:p>
        </p:txBody>
      </p:sp>
    </p:spTree>
    <p:extLst>
      <p:ext uri="{BB962C8B-B14F-4D97-AF65-F5344CB8AC3E}">
        <p14:creationId xmlns:p14="http://schemas.microsoft.com/office/powerpoint/2010/main" val="62991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4629-A40F-8891-DDF2-420D54C0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63C78-F935-7609-E8C0-A652EC32A5C4}"/>
              </a:ext>
            </a:extLst>
          </p:cNvPr>
          <p:cNvSpPr/>
          <p:nvPr/>
        </p:nvSpPr>
        <p:spPr>
          <a:xfrm>
            <a:off x="955589" y="3458131"/>
            <a:ext cx="10050163" cy="26443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FA24B-DDE8-7895-9D26-DDDE0FD21CD4}"/>
              </a:ext>
            </a:extLst>
          </p:cNvPr>
          <p:cNvSpPr/>
          <p:nvPr/>
        </p:nvSpPr>
        <p:spPr>
          <a:xfrm>
            <a:off x="1416908" y="1054444"/>
            <a:ext cx="2215979" cy="988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32951B-44A3-EA36-713B-31FEB7BFD83A}"/>
              </a:ext>
            </a:extLst>
          </p:cNvPr>
          <p:cNvSpPr/>
          <p:nvPr/>
        </p:nvSpPr>
        <p:spPr>
          <a:xfrm>
            <a:off x="3632887" y="1054445"/>
            <a:ext cx="1161535" cy="988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D1600-2330-B9EC-553D-F424DE2F30C1}"/>
              </a:ext>
            </a:extLst>
          </p:cNvPr>
          <p:cNvSpPr txBox="1"/>
          <p:nvPr/>
        </p:nvSpPr>
        <p:spPr>
          <a:xfrm>
            <a:off x="8048367" y="131114"/>
            <a:ext cx="3978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illustration purposes I assign some random sequences to P5 and P7. The real adaptor sequences are longer.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E8638A-89C0-1C5E-728B-4A5236AAD605}"/>
              </a:ext>
            </a:extLst>
          </p:cNvPr>
          <p:cNvSpPr txBox="1"/>
          <p:nvPr/>
        </p:nvSpPr>
        <p:spPr>
          <a:xfrm>
            <a:off x="508686" y="685112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8F5DBA-EC5F-E1AB-1E94-3DAA630A4476}"/>
              </a:ext>
            </a:extLst>
          </p:cNvPr>
          <p:cNvSpPr/>
          <p:nvPr/>
        </p:nvSpPr>
        <p:spPr>
          <a:xfrm>
            <a:off x="255373" y="1054444"/>
            <a:ext cx="1161535" cy="9885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A1EEB-C248-1638-26C5-17DC532740D4}"/>
              </a:ext>
            </a:extLst>
          </p:cNvPr>
          <p:cNvSpPr txBox="1"/>
          <p:nvPr/>
        </p:nvSpPr>
        <p:spPr>
          <a:xfrm>
            <a:off x="4015946" y="745179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96D9D5-401A-7A59-289A-6ACF86184ABA}"/>
              </a:ext>
            </a:extLst>
          </p:cNvPr>
          <p:cNvSpPr txBox="1"/>
          <p:nvPr/>
        </p:nvSpPr>
        <p:spPr>
          <a:xfrm>
            <a:off x="197708" y="11126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GCGCGG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BFD0A-0142-AEB1-43DE-0846CCC03303}"/>
              </a:ext>
            </a:extLst>
          </p:cNvPr>
          <p:cNvSpPr txBox="1"/>
          <p:nvPr/>
        </p:nvSpPr>
        <p:spPr>
          <a:xfrm rot="5400000">
            <a:off x="6166706" y="4240769"/>
            <a:ext cx="140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GATCGTAAA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F7770C-0221-F5A3-8E07-A250D29048DC}"/>
              </a:ext>
            </a:extLst>
          </p:cNvPr>
          <p:cNvSpPr/>
          <p:nvPr/>
        </p:nvSpPr>
        <p:spPr>
          <a:xfrm rot="5400000">
            <a:off x="7030995" y="4541407"/>
            <a:ext cx="733166" cy="115330"/>
          </a:xfrm>
          <a:prstGeom prst="rect">
            <a:avLst/>
          </a:prstGeom>
          <a:solidFill>
            <a:srgbClr val="43682A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2BE317-AF8E-863F-7F32-AAF2889E7DDE}"/>
              </a:ext>
            </a:extLst>
          </p:cNvPr>
          <p:cNvSpPr txBox="1"/>
          <p:nvPr/>
        </p:nvSpPr>
        <p:spPr>
          <a:xfrm rot="5400000">
            <a:off x="7014175" y="4497126"/>
            <a:ext cx="1136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GCATTT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7D17ED-6945-1A56-6391-1680153F7802}"/>
              </a:ext>
            </a:extLst>
          </p:cNvPr>
          <p:cNvSpPr txBox="1"/>
          <p:nvPr/>
        </p:nvSpPr>
        <p:spPr>
          <a:xfrm>
            <a:off x="6952735" y="5065195"/>
            <a:ext cx="1886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Compliment to P5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E96AEF-2B01-7B2F-CCE0-34F03F37791A}"/>
              </a:ext>
            </a:extLst>
          </p:cNvPr>
          <p:cNvSpPr/>
          <p:nvPr/>
        </p:nvSpPr>
        <p:spPr>
          <a:xfrm rot="5400000">
            <a:off x="6246254" y="2805413"/>
            <a:ext cx="1700427" cy="1391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54A28A-E7CD-7416-5A8D-6529F7AB5500}"/>
              </a:ext>
            </a:extLst>
          </p:cNvPr>
          <p:cNvSpPr/>
          <p:nvPr/>
        </p:nvSpPr>
        <p:spPr>
          <a:xfrm rot="5400000">
            <a:off x="6491907" y="4261558"/>
            <a:ext cx="1221990" cy="1493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46F400-C9D3-BD69-25E1-26F22A87ACBE}"/>
              </a:ext>
            </a:extLst>
          </p:cNvPr>
          <p:cNvSpPr txBox="1"/>
          <p:nvPr/>
        </p:nvSpPr>
        <p:spPr>
          <a:xfrm rot="5400000">
            <a:off x="6984144" y="-283432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C3C23B-1B20-E0C6-79A4-4305B29A33CE}"/>
              </a:ext>
            </a:extLst>
          </p:cNvPr>
          <p:cNvSpPr/>
          <p:nvPr/>
        </p:nvSpPr>
        <p:spPr>
          <a:xfrm rot="5400000">
            <a:off x="6682300" y="1521939"/>
            <a:ext cx="833995" cy="15652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43A8D7-7503-F2B9-4DA0-30D948AE1DD5}"/>
              </a:ext>
            </a:extLst>
          </p:cNvPr>
          <p:cNvSpPr txBox="1"/>
          <p:nvPr/>
        </p:nvSpPr>
        <p:spPr>
          <a:xfrm rot="5400000">
            <a:off x="6093246" y="4513945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8FF053-9FD7-C5EF-991E-B195E91E1770}"/>
              </a:ext>
            </a:extLst>
          </p:cNvPr>
          <p:cNvSpPr txBox="1"/>
          <p:nvPr/>
        </p:nvSpPr>
        <p:spPr>
          <a:xfrm rot="5400000">
            <a:off x="3740658" y="39290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GCGCGG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933FA9-5056-570F-2A96-364E7A8FBBAD}"/>
              </a:ext>
            </a:extLst>
          </p:cNvPr>
          <p:cNvSpPr txBox="1"/>
          <p:nvPr/>
        </p:nvSpPr>
        <p:spPr>
          <a:xfrm>
            <a:off x="3513438" y="1169857"/>
            <a:ext cx="140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GATCGTAAA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673ACA-1D98-8600-F37E-5A2300260B34}"/>
              </a:ext>
            </a:extLst>
          </p:cNvPr>
          <p:cNvCxnSpPr>
            <a:cxnSpLocks/>
          </p:cNvCxnSpPr>
          <p:nvPr/>
        </p:nvCxnSpPr>
        <p:spPr>
          <a:xfrm flipH="1">
            <a:off x="7249299" y="3319849"/>
            <a:ext cx="1589902" cy="560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CB192B-CFBD-DF18-6BC1-713A21154F6C}"/>
              </a:ext>
            </a:extLst>
          </p:cNvPr>
          <p:cNvSpPr txBox="1"/>
          <p:nvPr/>
        </p:nvSpPr>
        <p:spPr>
          <a:xfrm>
            <a:off x="8954530" y="2891481"/>
            <a:ext cx="1861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Place for the primer and polymerase to sit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BCFAF3-C997-D990-E316-800B2A137DB1}"/>
              </a:ext>
            </a:extLst>
          </p:cNvPr>
          <p:cNvSpPr/>
          <p:nvPr/>
        </p:nvSpPr>
        <p:spPr>
          <a:xfrm>
            <a:off x="7397578" y="3454010"/>
            <a:ext cx="508856" cy="5601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73C61-BDAE-7E94-E98A-72EDD5987B6F}"/>
              </a:ext>
            </a:extLst>
          </p:cNvPr>
          <p:cNvSpPr/>
          <p:nvPr/>
        </p:nvSpPr>
        <p:spPr>
          <a:xfrm>
            <a:off x="7339913" y="3814811"/>
            <a:ext cx="115331" cy="4176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DD7720-0387-9EFA-B39C-8460134E723B}"/>
              </a:ext>
            </a:extLst>
          </p:cNvPr>
          <p:cNvCxnSpPr/>
          <p:nvPr/>
        </p:nvCxnSpPr>
        <p:spPr>
          <a:xfrm flipV="1">
            <a:off x="7372864" y="1183201"/>
            <a:ext cx="0" cy="24167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CB3F2BB-1E5D-4B82-4263-053934990BA5}"/>
              </a:ext>
            </a:extLst>
          </p:cNvPr>
          <p:cNvSpPr txBox="1"/>
          <p:nvPr/>
        </p:nvSpPr>
        <p:spPr>
          <a:xfrm>
            <a:off x="7535394" y="1828797"/>
            <a:ext cx="3097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New strand gets synthesized in that direction</a:t>
            </a:r>
          </a:p>
        </p:txBody>
      </p:sp>
    </p:spTree>
    <p:extLst>
      <p:ext uri="{BB962C8B-B14F-4D97-AF65-F5344CB8AC3E}">
        <p14:creationId xmlns:p14="http://schemas.microsoft.com/office/powerpoint/2010/main" val="178777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618E8-5801-94B1-4C39-216AA1CB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C6467F-F0C4-BF25-E553-3BBF242FDEF5}"/>
              </a:ext>
            </a:extLst>
          </p:cNvPr>
          <p:cNvSpPr/>
          <p:nvPr/>
        </p:nvSpPr>
        <p:spPr>
          <a:xfrm>
            <a:off x="955589" y="3458131"/>
            <a:ext cx="10050163" cy="26443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1728A-0E17-9CE7-0381-396E74BE9384}"/>
              </a:ext>
            </a:extLst>
          </p:cNvPr>
          <p:cNvSpPr/>
          <p:nvPr/>
        </p:nvSpPr>
        <p:spPr>
          <a:xfrm>
            <a:off x="1412787" y="402284"/>
            <a:ext cx="2215979" cy="988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65D443-73E1-9C4D-1051-C82856D4DC31}"/>
              </a:ext>
            </a:extLst>
          </p:cNvPr>
          <p:cNvSpPr/>
          <p:nvPr/>
        </p:nvSpPr>
        <p:spPr>
          <a:xfrm>
            <a:off x="3628766" y="402285"/>
            <a:ext cx="1161535" cy="988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01045-22FE-1FA6-571C-97AFBB5704D9}"/>
              </a:ext>
            </a:extLst>
          </p:cNvPr>
          <p:cNvSpPr txBox="1"/>
          <p:nvPr/>
        </p:nvSpPr>
        <p:spPr>
          <a:xfrm>
            <a:off x="8048367" y="131114"/>
            <a:ext cx="3978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illustration purposes I assign some random sequences to P5 and P7. The real adaptor sequences are longer.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4EBD6-431B-3028-BEB5-7D815EA3A3C4}"/>
              </a:ext>
            </a:extLst>
          </p:cNvPr>
          <p:cNvSpPr txBox="1"/>
          <p:nvPr/>
        </p:nvSpPr>
        <p:spPr>
          <a:xfrm>
            <a:off x="504565" y="32952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80697-D2B0-A19F-44AA-1A8396181FE9}"/>
              </a:ext>
            </a:extLst>
          </p:cNvPr>
          <p:cNvSpPr/>
          <p:nvPr/>
        </p:nvSpPr>
        <p:spPr>
          <a:xfrm>
            <a:off x="251252" y="402284"/>
            <a:ext cx="1161535" cy="9885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55BFA-5D4F-7475-08D1-DE2C2E2EECA5}"/>
              </a:ext>
            </a:extLst>
          </p:cNvPr>
          <p:cNvSpPr txBox="1"/>
          <p:nvPr/>
        </p:nvSpPr>
        <p:spPr>
          <a:xfrm>
            <a:off x="4011825" y="93019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153B0-0285-F9EC-A544-5C9B92108353}"/>
              </a:ext>
            </a:extLst>
          </p:cNvPr>
          <p:cNvSpPr txBox="1"/>
          <p:nvPr/>
        </p:nvSpPr>
        <p:spPr>
          <a:xfrm>
            <a:off x="164758" y="5928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GCGCGG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E04C8-6BA7-1F10-B511-F22855562B8D}"/>
              </a:ext>
            </a:extLst>
          </p:cNvPr>
          <p:cNvSpPr txBox="1"/>
          <p:nvPr/>
        </p:nvSpPr>
        <p:spPr>
          <a:xfrm rot="5400000">
            <a:off x="6166706" y="4240769"/>
            <a:ext cx="140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GATCGTAAA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CFC627-3987-3AFB-275F-0098F1A09F97}"/>
              </a:ext>
            </a:extLst>
          </p:cNvPr>
          <p:cNvSpPr/>
          <p:nvPr/>
        </p:nvSpPr>
        <p:spPr>
          <a:xfrm rot="5400000">
            <a:off x="6803574" y="4280005"/>
            <a:ext cx="1221989" cy="149312"/>
          </a:xfrm>
          <a:prstGeom prst="rect">
            <a:avLst/>
          </a:prstGeom>
          <a:solidFill>
            <a:srgbClr val="43682A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4C2BA3-D4E6-2FB7-BCF0-72EA8EF10938}"/>
              </a:ext>
            </a:extLst>
          </p:cNvPr>
          <p:cNvSpPr txBox="1"/>
          <p:nvPr/>
        </p:nvSpPr>
        <p:spPr>
          <a:xfrm rot="5400000">
            <a:off x="6879607" y="4293649"/>
            <a:ext cx="150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CTAGCATTT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7CECF5-E2D6-107F-A3AB-6B3CE6B074F8}"/>
              </a:ext>
            </a:extLst>
          </p:cNvPr>
          <p:cNvSpPr txBox="1"/>
          <p:nvPr/>
        </p:nvSpPr>
        <p:spPr>
          <a:xfrm>
            <a:off x="6952735" y="5065195"/>
            <a:ext cx="1886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Compliment to P5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099366-DC20-7998-949B-3BE31F1875ED}"/>
              </a:ext>
            </a:extLst>
          </p:cNvPr>
          <p:cNvSpPr/>
          <p:nvPr/>
        </p:nvSpPr>
        <p:spPr>
          <a:xfrm rot="5400000">
            <a:off x="6246254" y="2805413"/>
            <a:ext cx="1700427" cy="1391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2428AB-ADDE-1D89-7CFF-F0BA9201B4B9}"/>
              </a:ext>
            </a:extLst>
          </p:cNvPr>
          <p:cNvSpPr/>
          <p:nvPr/>
        </p:nvSpPr>
        <p:spPr>
          <a:xfrm rot="5400000">
            <a:off x="6491907" y="4261558"/>
            <a:ext cx="1221990" cy="1493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028614-B1EE-CE06-6E42-81A301F69DAE}"/>
              </a:ext>
            </a:extLst>
          </p:cNvPr>
          <p:cNvSpPr txBox="1"/>
          <p:nvPr/>
        </p:nvSpPr>
        <p:spPr>
          <a:xfrm rot="5400000">
            <a:off x="6984144" y="-283432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65FF70-E3D9-D347-E96F-423F9C227AC7}"/>
              </a:ext>
            </a:extLst>
          </p:cNvPr>
          <p:cNvSpPr/>
          <p:nvPr/>
        </p:nvSpPr>
        <p:spPr>
          <a:xfrm rot="5400000">
            <a:off x="6682300" y="1521939"/>
            <a:ext cx="833995" cy="15652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F8B957-4D7B-6C93-F382-E7BC7BCCA085}"/>
              </a:ext>
            </a:extLst>
          </p:cNvPr>
          <p:cNvSpPr txBox="1"/>
          <p:nvPr/>
        </p:nvSpPr>
        <p:spPr>
          <a:xfrm rot="5400000">
            <a:off x="6093246" y="4513945"/>
            <a:ext cx="733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4B514C-9747-5C17-87EB-A83043A72523}"/>
              </a:ext>
            </a:extLst>
          </p:cNvPr>
          <p:cNvSpPr txBox="1"/>
          <p:nvPr/>
        </p:nvSpPr>
        <p:spPr>
          <a:xfrm rot="5400000">
            <a:off x="3740658" y="39290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GCGCGG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11D8A9-0B76-ABFD-F508-CD36F5D487D4}"/>
              </a:ext>
            </a:extLst>
          </p:cNvPr>
          <p:cNvSpPr txBox="1"/>
          <p:nvPr/>
        </p:nvSpPr>
        <p:spPr>
          <a:xfrm>
            <a:off x="3509317" y="517697"/>
            <a:ext cx="1400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GATCGTAAA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5C57A-FBE5-A119-BEBD-4914D15FA1EE}"/>
              </a:ext>
            </a:extLst>
          </p:cNvPr>
          <p:cNvSpPr txBox="1"/>
          <p:nvPr/>
        </p:nvSpPr>
        <p:spPr>
          <a:xfrm>
            <a:off x="8954530" y="2891481"/>
            <a:ext cx="1861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Place for the primer and polymerase to sit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BC5D5-3E5C-9A2A-891B-5FDEC8DFE74A}"/>
              </a:ext>
            </a:extLst>
          </p:cNvPr>
          <p:cNvSpPr txBox="1"/>
          <p:nvPr/>
        </p:nvSpPr>
        <p:spPr>
          <a:xfrm>
            <a:off x="6155379" y="1253781"/>
            <a:ext cx="48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14A75-B83F-EDF5-5AED-0B22D28D63B4}"/>
              </a:ext>
            </a:extLst>
          </p:cNvPr>
          <p:cNvSpPr/>
          <p:nvPr/>
        </p:nvSpPr>
        <p:spPr>
          <a:xfrm rot="5400000">
            <a:off x="6564354" y="2805413"/>
            <a:ext cx="1700427" cy="1391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49EF75-1A00-5366-1A5D-F5F7F0460D30}"/>
              </a:ext>
            </a:extLst>
          </p:cNvPr>
          <p:cNvSpPr txBox="1"/>
          <p:nvPr/>
        </p:nvSpPr>
        <p:spPr>
          <a:xfrm rot="16200000">
            <a:off x="6795176" y="1080405"/>
            <a:ext cx="1622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CCGCGC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D49C98-5D31-B845-E216-3370CB61E23D}"/>
              </a:ext>
            </a:extLst>
          </p:cNvPr>
          <p:cNvSpPr/>
          <p:nvPr/>
        </p:nvSpPr>
        <p:spPr>
          <a:xfrm rot="5400000">
            <a:off x="6992581" y="1521939"/>
            <a:ext cx="833995" cy="1565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96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Juk van Grim</dc:creator>
  <cp:lastModifiedBy>Juk van Grim</cp:lastModifiedBy>
  <cp:revision>11</cp:revision>
  <dcterms:created xsi:type="dcterms:W3CDTF">2026-05-11T22:45:49Z</dcterms:created>
  <dcterms:modified xsi:type="dcterms:W3CDTF">2026-05-11T23:39:12Z</dcterms:modified>
</cp:coreProperties>
</file>